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d73f4733c42c1" /><Relationship Type="http://schemas.openxmlformats.org/officeDocument/2006/relationships/extended-properties" Target="/docProps/app.xml" Id="R724d0fa1db6a48fb" /><Relationship Type="http://schemas.openxmlformats.org/officeDocument/2006/relationships/officeDocument" Target="/ppt/presentation.xml" Id="R2be49250a65341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7371d477524421"/>
  </p:sldMasterIdLst>
  <p:notesMasterIdLst>
    <p:notesMasterId xmlns:r="http://schemas.openxmlformats.org/officeDocument/2006/relationships" r:id="R50f9e554d0734f3d"/>
  </p:notesMasterIdLst>
  <p:sldIdLst>
    <p:sldId xmlns:r="http://schemas.openxmlformats.org/officeDocument/2006/relationships" id="256" r:id="R775a0896dca44453"/>
    <p:sldId xmlns:r="http://schemas.openxmlformats.org/officeDocument/2006/relationships" id="257" r:id="Rfd1ae4b7b6ac4d6a"/>
    <p:sldId xmlns:r="http://schemas.openxmlformats.org/officeDocument/2006/relationships" id="258" r:id="R5454be0429484323"/>
    <p:sldId xmlns:r="http://schemas.openxmlformats.org/officeDocument/2006/relationships" id="259" r:id="Raf1330f01125492d"/>
    <p:sldId xmlns:r="http://schemas.openxmlformats.org/officeDocument/2006/relationships" id="260" r:id="Rfd5dea08cf334dc8"/>
    <p:sldId xmlns:r="http://schemas.openxmlformats.org/officeDocument/2006/relationships" id="261" r:id="Rc1a6b68c6bb044d5"/>
    <p:sldId xmlns:r="http://schemas.openxmlformats.org/officeDocument/2006/relationships" id="262" r:id="R9eae686736804b71"/>
    <p:sldId xmlns:r="http://schemas.openxmlformats.org/officeDocument/2006/relationships" id="263" r:id="R6b2c9e608f864c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ab2cff30874e03" /><Relationship Type="http://schemas.openxmlformats.org/officeDocument/2006/relationships/slideMaster" Target="/ppt/slideMasters/slideMaster1.xml" Id="Rab7371d477524421" /><Relationship Type="http://schemas.openxmlformats.org/officeDocument/2006/relationships/notesMaster" Target="/ppt/notesMasters/notesMaster1.xml" Id="R50f9e554d0734f3d" /><Relationship Type="http://schemas.openxmlformats.org/officeDocument/2006/relationships/presProps" Target="/ppt/presProps.xml" Id="R96b1548fdc0f4507" /><Relationship Type="http://schemas.openxmlformats.org/officeDocument/2006/relationships/tableStyles" Target="/ppt/tableStyles.xml" Id="R9e13a9469b84493f" /><Relationship Type="http://schemas.openxmlformats.org/officeDocument/2006/relationships/slide" Target="/ppt/slides/slide1.xml" Id="R775a0896dca44453" /><Relationship Type="http://schemas.openxmlformats.org/officeDocument/2006/relationships/slide" Target="/ppt/slides/slide2.xml" Id="Rfd1ae4b7b6ac4d6a" /><Relationship Type="http://schemas.openxmlformats.org/officeDocument/2006/relationships/slide" Target="/ppt/slides/slide3.xml" Id="R5454be0429484323" /><Relationship Type="http://schemas.openxmlformats.org/officeDocument/2006/relationships/slide" Target="/ppt/slides/slide4.xml" Id="Raf1330f01125492d" /><Relationship Type="http://schemas.openxmlformats.org/officeDocument/2006/relationships/slide" Target="/ppt/slides/slide5.xml" Id="Rfd5dea08cf334dc8" /><Relationship Type="http://schemas.openxmlformats.org/officeDocument/2006/relationships/slide" Target="/ppt/slides/slide6.xml" Id="Rc1a6b68c6bb044d5" /><Relationship Type="http://schemas.openxmlformats.org/officeDocument/2006/relationships/slide" Target="/ppt/slides/slide7.xml" Id="R9eae686736804b71" /><Relationship Type="http://schemas.openxmlformats.org/officeDocument/2006/relationships/slide" Target="/ppt/slides/slide8.xml" Id="R6b2c9e608f864c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1f3def93a49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047b6956574ce2" /><Relationship Type="http://schemas.openxmlformats.org/officeDocument/2006/relationships/notesMaster" Target="/ppt/notesMasters/notesMaster1.xml" Id="Ra448993d207441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3050ee6b7a45df" /><Relationship Type="http://schemas.openxmlformats.org/officeDocument/2006/relationships/notesMaster" Target="/ppt/notesMasters/notesMaster1.xml" Id="R9b825bd9a8db41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591d8c5cb94ffb" /><Relationship Type="http://schemas.openxmlformats.org/officeDocument/2006/relationships/notesMaster" Target="/ppt/notesMasters/notesMaster1.xml" Id="Rbc97ba222ead42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3ee9ebc6ba4040" /><Relationship Type="http://schemas.openxmlformats.org/officeDocument/2006/relationships/notesMaster" Target="/ppt/notesMasters/notesMaster1.xml" Id="R7fc6986223654c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2c34fec52b4a68" /><Relationship Type="http://schemas.openxmlformats.org/officeDocument/2006/relationships/notesMaster" Target="/ppt/notesMasters/notesMaster1.xml" Id="Re3b2f373a39f44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2b73b1c90b4d5e" /><Relationship Type="http://schemas.openxmlformats.org/officeDocument/2006/relationships/notesMaster" Target="/ppt/notesMasters/notesMaster1.xml" Id="R3a878073c8584d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27e99d92b742d4" /><Relationship Type="http://schemas.openxmlformats.org/officeDocument/2006/relationships/notesMaster" Target="/ppt/notesMasters/notesMaster1.xml" Id="Rfee6f28717f64b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54944276654b02" /><Relationship Type="http://schemas.openxmlformats.org/officeDocument/2006/relationships/notesMaster" Target="/ppt/notesMasters/notesMaster1.xml" Id="R72cd15182a6147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records and financial effects are synthetic. One Nightshift model investigator, deterministic critic and Python controller. Team name and track from authenticated HackOS. Sources: https://github.com/rachelanneliew/Open-Agent-Hackathon/blob/937b642d9f48c9f5a5a2e336a51f5f1938231210/context.md ; https://github.com/rachelanneliew/Open-Agent-Hackathon/blob/937b642d9f48c9f5a5a2e336a51f5f1938231210/docs/competition.md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https://github.com/rachelanneliew/Open-Agent-Hackathon/blob/937b642d9f48c9f5a5a2e336a51f5f1938231210/context.md ; https://github.com/rachelanneliew/Open-Agent-Hackathon/blob/937b642d9f48c9f5a5a2e336a51f5f1938231210/dispute-demo/docs/analyst-ui.md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https://github.com/rachelanneliew/Open-Agent-Hackathon/blob/937b642d9f48c9f5a5a2e336a51f5f1938231210/dispute-demo/docs/workflow.md ; https://github.com/rachelanneliew/Open-Agent-Hackathon/blob/937b642d9f48c9f5a5a2e336a51f5f1938231210/dispute-demo/docs/memory.md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https://github.com/rachelanneliew/Open-Agent-Hackathon/blob/937b642d9f48c9f5a5a2e336a51f5f1938231210/dispute-demo/docs/evidence/t08-live-workflow.json ; https://github.com/rachelanneliew/Open-Agent-Hackathon/blob/937b642d9f48c9f5a5a2e336a51f5f1938231210/dispute-demo/docs/evidence/t11-analyst.json ; screenshot captured 27 October 2026 from the actual local UI. Existing result displayed, not a new model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https://github.com/rachelanneliew/Open-Agent-Hackathon/blob/937b642d9f48c9f5a5a2e336a51f5f1938231210/dispute-demo/docs/evidence/t10-verified-memory.json ; https://github.com/rachelanneliew/Open-Agent-Hackathon/blob/937b642d9f48c9f5a5a2e336a51f5f1938231210/dispute-demo/docs/memory.md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https://github.com/rachelanneliew/Open-Agent-Hackathon/blob/937b642d9f48c9f5a5a2e336a51f5f1938231210/dispute-demo/docs/evidence/t12-isolated-replay.json ; https://github.com/rachelanneliew/Open-Agent-Hackathon/blob/937b642d9f48c9f5a5a2e336a51f5f1938231210/dispute-demo/docs/evidence/t12-verification.json ; https://github.com/rachelanneliew/Open-Agent-Hackathon/blob/937b642d9f48c9f5a5a2e336a51f5f1938231210/dispute-demo/docs/evidence/t08-live-workflow.json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https://github.com/rachelanneliew/Open-Agent-Hackathon/blob/937b642d9f48c9f5a5a2e336a51f5f1938231210/dispute-demo/docs/evidence/t08-live-workflow.json ; https://github.com/rachelanneliew/Open-Agent-Hackathon/blob/937b642d9f48c9f5a5a2e336a51f5f1938231210/dispute-demo/docs/evidence/t10-verified-memory.json ; https://github.com/rachelanneliew/Open-Agent-Hackathon/blob/937b642d9f48c9f5a5a2e336a51f5f1938231210/dispute-demo/docs/evidence/t12-verification.json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https://github.com/rachelanneliew/Open-Agent-Hackathon/blob/937b642d9f48c9f5a5a2e336a51f5f1938231210/docs/competition.md ; https://github.com/rachelanneliew/Open-Agent-Hackathon/blob/937b642d9f48c9f5a5a2e336a51f5f1938231210/dispute-demo/docs/memory.md ; project Git history begins 24 October 2026, earlier work requires team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0825049124f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628ccc40e4e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91974cb9f45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e4f53aabd4c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c7c367eee4e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6c4e3a2b043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9D4C16-101E-45AB-8826-9DB2A81B5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27F367-703D-47CD-A5D9-F35F798624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1DDDE2-DAB8-4D41-A925-DD2CE7F24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59552B-FA85-4723-8980-22BF4A331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A1B5F7-2ABC-4385-A2E1-6ECD7E661D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97A177-A34E-4AE3-92D5-E494A0FD5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C4D843-1482-44AA-A4AF-69162A2A2B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3E8A5F-EC4C-42C9-9558-BD3DA14BC8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B2BB03-78C1-459D-B324-CAF7615FE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8147DD-9531-43A3-A297-090FCB56BE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351d8aa48c4e88" /><Relationship Type="http://schemas.openxmlformats.org/officeDocument/2006/relationships/slideLayout" Target="/ppt/slideLayouts/slideLayout1.xml" Id="Rcb04823e98244d5b" /><Relationship Type="http://schemas.openxmlformats.org/officeDocument/2006/relationships/slideLayout" Target="/ppt/slideLayouts/slideLayout2.xml" Id="R8d04c5e0c19e43e0" /><Relationship Type="http://schemas.openxmlformats.org/officeDocument/2006/relationships/slideLayout" Target="/ppt/slideLayouts/slideLayout3.xml" Id="Rab45525d21ef489c" /><Relationship Type="http://schemas.openxmlformats.org/officeDocument/2006/relationships/slideLayout" Target="/ppt/slideLayouts/slideLayout4.xml" Id="R113e708cbaeb4118" /><Relationship Type="http://schemas.openxmlformats.org/officeDocument/2006/relationships/slideLayout" Target="/ppt/slideLayouts/slideLayout5.xml" Id="R48b744847315496a" /><Relationship Type="http://schemas.openxmlformats.org/officeDocument/2006/relationships/slideLayout" Target="/ppt/slideLayouts/slideLayout6.xml" Id="R32b3d3fde9674f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04823e98244d5b"/>
    <p:sldLayoutId xmlns:r="http://schemas.openxmlformats.org/officeDocument/2006/relationships" id="2147483650" r:id="R8d04c5e0c19e43e0"/>
    <p:sldLayoutId xmlns:r="http://schemas.openxmlformats.org/officeDocument/2006/relationships" id="2147483651" r:id="Rab45525d21ef489c"/>
    <p:sldLayoutId xmlns:r="http://schemas.openxmlformats.org/officeDocument/2006/relationships" id="2147483652" r:id="R113e708cbaeb4118"/>
    <p:sldLayoutId xmlns:r="http://schemas.openxmlformats.org/officeDocument/2006/relationships" id="2147483653" r:id="R48b744847315496a"/>
    <p:sldLayoutId xmlns:r="http://schemas.openxmlformats.org/officeDocument/2006/relationships" id="2147483654" r:id="R32b3d3fde9674f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08de3c246b41d3" /><Relationship Type="http://schemas.openxmlformats.org/officeDocument/2006/relationships/notesSlide" Target="/ppt/notesSlides/notesSlide1.xml" Id="R15bff016b10441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1ccade81443ad" /><Relationship Type="http://schemas.openxmlformats.org/officeDocument/2006/relationships/notesSlide" Target="/ppt/notesSlides/notesSlide2.xml" Id="Rf0fcfef70cd443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2eb98c6f914e50" /><Relationship Type="http://schemas.openxmlformats.org/officeDocument/2006/relationships/notesSlide" Target="/ppt/notesSlides/notesSlide3.xml" Id="R700a1873c38f41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3cda959d944cc" /><Relationship Type="http://schemas.openxmlformats.org/officeDocument/2006/relationships/image" Target="/ppt/media/image.jpeg" Id="R5af75c644f924164" /><Relationship Type="http://schemas.openxmlformats.org/officeDocument/2006/relationships/notesSlide" Target="/ppt/notesSlides/notesSlide4.xml" Id="R05585a46b28640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5b534150d4049" /><Relationship Type="http://schemas.openxmlformats.org/officeDocument/2006/relationships/notesSlide" Target="/ppt/notesSlides/notesSlide5.xml" Id="R60530257262e47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a6a98af7e84f41" /><Relationship Type="http://schemas.openxmlformats.org/officeDocument/2006/relationships/notesSlide" Target="/ppt/notesSlides/notesSlide6.xml" Id="R148aad55095243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786fd91884ce8" /><Relationship Type="http://schemas.openxmlformats.org/officeDocument/2006/relationships/notesSlide" Target="/ppt/notesSlides/notesSlide7.xml" Id="R1fde1a047e3f4e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27576a03f45c5" /><Relationship Type="http://schemas.openxmlformats.org/officeDocument/2006/relationships/notesSlide" Target="/ppt/notesSlides/notesSlide8.xml" Id="R76ccef1333f74b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9722C-7D63-4523-824F-8AD05213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477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rPr>
              <a:t>Synthetic card-dispute</a:t>
            </a:r>
          </a:p>
          <a:p xmlns:a="http://schemas.openxmlformats.org/drawingml/2006/main">
            <a: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rPr>
              <a:t>resolution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32DD0-B27B-4E7D-9F9B-ED445CD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rPr>
              <a:t>Evidence, policy and verified memory</a:t>
            </a:r>
          </a:p>
          <a:p xmlns:a="http://schemas.openxmlformats.org/drawingml/2006/main">
            <a: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rPr>
              <a:t>for auditable simulated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66346-73F1-4A8A-9323-46EFAF08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rPr>
              <a:t>bob the builder  ·  Track 3: Reasoning Architecture</a:t>
            </a:r>
          </a:p>
        </p:txBody>
      </p:sp>
    </p:spTree>
    <p:extLst>
      <p:ext uri="{BB962C8B-B14F-4D97-AF65-F5344CB8AC3E}">
        <p14:creationId xmlns:p14="http://schemas.microsoft.com/office/powerpoint/2010/main" val="131017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D4EFE-2A11-42DD-8238-DB75D969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 case needs more than a plausible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B9899-636B-46F2-84F5-7F1935A4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The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24DAC-DE0C-498F-99DF-07FE8E76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 dispute analyst checks evidence, existing refunds and the policy that applied when the case opened.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70347-6505-43DF-9915-B84E3CEA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The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61675-4BC8-437B-851D-FE76B2E7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An unsupported proposal can cite the wrong facts, credit too much or repeat an existing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4240C-5B5D-4E98-947F-6394136D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1A86F-50C5-4DB7-9970-3CDC65E0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 visible record of source facts, policy, critique and the outcome that actually persisted.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1076D-31D5-42AB-A9C0-A07AFB9E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Eligible credit, evidence request and decline run automatically. Policy exceptions enter a saved review queue.</a:t>
            </a:r>
          </a:p>
        </p:txBody>
      </p:sp>
    </p:spTree>
    <p:extLst>
      <p:ext uri="{BB962C8B-B14F-4D97-AF65-F5344CB8AC3E}">
        <p14:creationId xmlns:p14="http://schemas.microsoft.com/office/powerpoint/2010/main" val="1956717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5BDBD-C159-4C73-97D1-AC2200F0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One bounded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BAD1E-7505-46D7-8D72-246EFF68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C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Zetaris reads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F6BBC-08C5-43C9-AB2A-C504C29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C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Policy + investigator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F2CFE-D274-4F61-A207-68A93A88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C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Deterministic critic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64926-9AAB-46C4-B99E-6D630AB9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C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 recheck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53D50-8CAD-489E-B014-579DF064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C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Atomic 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410E7-E1E9-496F-8425-7B855F21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C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Verified H-MEM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5F6ED-2CE4-4766-8F62-DC2C20C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63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8BE27-0A7A-46DE-8A9E-2A66FA36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63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20DB3-D674-43AC-927C-8CD78C8C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304800" cy="533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463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F6088-BBB7-4928-91C1-73EC6E37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19550"/>
            <a:ext cx="53340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4635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62372-1C7B-4D8D-82F7-D4A8A2A9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19550"/>
            <a:ext cx="53340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463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0B012-408B-4450-A82C-A46ABA0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One model investigator. One deterministic critic. One controller.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39328-833D-4005-A8EA-29C5C48D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At most one correction. Up to four model calls, three reads and 300 seconds. Memory recall is verified before policy and proposal.</a:t>
            </a:r>
          </a:p>
        </p:txBody>
      </p:sp>
    </p:spTree>
    <p:extLst>
      <p:ext uri="{BB962C8B-B14F-4D97-AF65-F5344CB8AC3E}">
        <p14:creationId xmlns:p14="http://schemas.microsoft.com/office/powerpoint/2010/main" val="52272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B83EC-E931-41EF-876E-BF81D239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The analyst sees what actually happened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5BE87-45D5-4163-B63B-94281A5167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75c644f924164"/>
          <a:stretch xmlns:a="http://schemas.openxmlformats.org/drawingml/2006/main"/>
        </p:blipFill>
        <p:spPr>
          <a:xfrm xmlns:a="http://schemas.openxmlformats.org/drawingml/2006/main">
            <a:off x="609600" y="1510892"/>
            <a:ext cx="3905250" cy="469346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0A32B-0C9E-4C78-9DB0-494560E7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DP-0014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A16AB-7400-45E6-BDF0-90237D5B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SGD 100.00 captured</a:t>
            </a:r>
          </a:p>
          <a:p xmlns:a="http://schemas.openxmlformats.org/drawingml/2006/main">
            <a: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SGD 40.00 already refunded</a:t>
            </a:r>
          </a:p>
          <a:p xmlns:a="http://schemas.openxmlformats.org/drawingml/2006/main">
            <a:pPr>
              <a:def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SGD 60.00 simulated credit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80FAD-6FA7-4BE6-A2FA-08D8240C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29125"/>
            <a:ext cx="614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The pure critic accepted the proposal. Exact saved-request recovery returned the same decision and credit.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459B8-27D5-4273-A0C5-85535FB9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81700"/>
            <a:ext cx="614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rPr>
              <a:t>Dated live receipt and actual UI capture. All financial effects are synthetic.</a:t>
            </a:r>
          </a:p>
        </p:txBody>
      </p:sp>
    </p:spTree>
    <p:extLst>
      <p:ext uri="{BB962C8B-B14F-4D97-AF65-F5344CB8AC3E}">
        <p14:creationId xmlns:p14="http://schemas.microsoft.com/office/powerpoint/2010/main" val="2051994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06E2D-1E81-43C6-AD79-C49FB257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Memory keeps its source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6C367-6630-4579-B422-6AA2D3DA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DP-0014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56743-E7B6-42D1-8A29-8F105C18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Prior committed SGD 60.00 credit</a:t>
            </a:r>
          </a:p>
          <a:p xmlns:a="http://schemas.openxmlformats.org/drawingml/2006/main">
            <a: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Customer CUST-008</a:t>
            </a:r>
          </a:p>
          <a:p xmlns:a="http://schemas.openxmlformats.org/drawingml/2006/main">
            <a: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Saved source receipt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CB034-FF8C-4178-AB4E-A4C98699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DP-0017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8F576-75BC-43B3-BE61-FA77A832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Recall candidate from H-MEM</a:t>
            </a:r>
          </a:p>
          <a:p xmlns:a="http://schemas.openxmlformats.org/drawingml/2006/main">
            <a: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Verify receipt through Zetaris</a:t>
            </a:r>
          </a:p>
          <a:p xmlns:a="http://schemas.openxmlformats.org/drawingml/2006/main">
            <a:pPr>
              <a:def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Commit SGD 57.60 under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7F8CE-20ED-4023-A282-C5D710DD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The later live investigation verified the earlier case before its proposal. A fresh-process memory retry reused the summary without calling the action service.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B9AD3-B9E2-4CF5-B841-C1FBB167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rPr>
              <a:t>Official pinned reference, mock embeddings. Advisory and partial history. No claim-count threshold.</a:t>
            </a:r>
          </a:p>
        </p:txBody>
      </p:sp>
    </p:spTree>
    <p:extLst>
      <p:ext uri="{BB962C8B-B14F-4D97-AF65-F5344CB8AC3E}">
        <p14:creationId xmlns:p14="http://schemas.microsoft.com/office/powerpoint/2010/main" val="1410777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A2430-2D3F-4F09-8662-2409C4A4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Four outcomes, one persistence boundary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0BE54-CB8B-42B4-B574-574D3FCF7181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476750"/>
                <a:gridCol w="4352925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mode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DP-0014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SGD 60.00 credit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receipt + isolated replay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DP-0020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Request refund confirmation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Scripted isolated commit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DP-0029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Decline: filing window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Scripted isolated commit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DP-0008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with zero credit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UI + isolated replay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20633-4804-4A2B-B7D4-F764BBA6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Two fresh replay cycles each produced 8 decisions, 4 credits and 1 review. DP-0003 corrects one injected +1 amount fault. DP-0033/34 verify policy versions.</a:t>
            </a:r>
          </a:p>
        </p:txBody>
      </p:sp>
    </p:spTree>
    <p:extLst>
      <p:ext uri="{BB962C8B-B14F-4D97-AF65-F5344CB8AC3E}">
        <p14:creationId xmlns:p14="http://schemas.microsoft.com/office/powerpoint/2010/main" val="384288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A840B-009C-46BC-892D-B186CBF4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Working technology, recorded evidence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23C9B-ACE5-4B7B-8785-9AE56A88F244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Zetaris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Fresh source and prior-receipt reads through JDBC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Nightshift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model provider for structured investigation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H-MEM reference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source-linked summaries and verified 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+ Python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Protected source recheck, atomic actions and recovery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16151-79FE-4D99-BE5A-4EC55C9A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267 main tests + 16 reference/compatibility checks passed with zero skips in T12. Tests separate live evidence from scripted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4F584-64E1-4C29-BDC4-382CC834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rPr>
              <a:t>Returned live model label: nvidia/nemotron-3.5-bolt-e4b. Metadata, not independent attestation.</a:t>
            </a:r>
          </a:p>
        </p:txBody>
      </p:sp>
    </p:spTree>
    <p:extLst>
      <p:ext uri="{BB962C8B-B14F-4D97-AF65-F5344CB8AC3E}">
        <p14:creationId xmlns:p14="http://schemas.microsoft.com/office/powerpoint/2010/main" val="1252268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CD5A9-7B1D-4778-93D9-09A855E1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Current limits and next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7B71D-E483-4EAD-A811-8B929F9C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B82FE-1730-4B9C-A2A4-5A86728D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048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Synthetic document templates and canonical rationale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One PostgreSQL datasource, no USL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One model plus a deterministic critic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Local demo with occasional model schema refusals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4700F-BD61-41B0-B7DA-DCB1E622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455DE-B27B-432F-82C9-BCA58759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953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Broader evidence interpretation and production 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Separately scoped three-source USL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Organizer clarification on two-agent wording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Leader verification of final submission and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CDC97-DA45-4A2D-85DB-1B34CAAC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rPr>
              <a:t>External platform, model and reference work is credited. Team confirmation of pre-event contributions remains required.</a:t>
            </a:r>
          </a:p>
        </p:txBody>
      </p:sp>
    </p:spTree>
    <p:extLst>
      <p:ext uri="{BB962C8B-B14F-4D97-AF65-F5344CB8AC3E}">
        <p14:creationId xmlns:p14="http://schemas.microsoft.com/office/powerpoint/2010/main" val="53484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2026-10-27T07:48:43.4870000Z</dcterms:created>
  <dcterms:modified xsi:type="dcterms:W3CDTF">2026-10-27T07:48:43.4880000Z</dcterms:modified>
</coreProperties>
</file>