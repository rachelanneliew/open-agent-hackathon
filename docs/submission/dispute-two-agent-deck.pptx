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220eb0ff464661" /><Relationship Type="http://schemas.openxmlformats.org/officeDocument/2006/relationships/extended-properties" Target="/docProps/app.xml" Id="R6c344eb1f3fa4528" /><Relationship Type="http://schemas.openxmlformats.org/officeDocument/2006/relationships/officeDocument" Target="/ppt/presentation.xml" Id="Rbaa95b4e190343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cf97159eec4212"/>
  </p:sldMasterIdLst>
  <p:notesMasterIdLst>
    <p:notesMasterId xmlns:r="http://schemas.openxmlformats.org/officeDocument/2006/relationships" r:id="Rd54a0cad68c042c1"/>
  </p:notesMasterIdLst>
  <p:sldIdLst>
    <p:sldId xmlns:r="http://schemas.openxmlformats.org/officeDocument/2006/relationships" id="256" r:id="R12368b3a09014af7"/>
    <p:sldId xmlns:r="http://schemas.openxmlformats.org/officeDocument/2006/relationships" id="257" r:id="R645baa88dc6443f7"/>
    <p:sldId xmlns:r="http://schemas.openxmlformats.org/officeDocument/2006/relationships" id="258" r:id="R03c94d06064b4c98"/>
    <p:sldId xmlns:r="http://schemas.openxmlformats.org/officeDocument/2006/relationships" id="259" r:id="Rc8f7bfbc58ff48af"/>
    <p:sldId xmlns:r="http://schemas.openxmlformats.org/officeDocument/2006/relationships" id="260" r:id="R1d6676fa5dc94270"/>
    <p:sldId xmlns:r="http://schemas.openxmlformats.org/officeDocument/2006/relationships" id="261" r:id="R74c681a754624fd6"/>
    <p:sldId xmlns:r="http://schemas.openxmlformats.org/officeDocument/2006/relationships" id="262" r:id="R2d40d57bb95846c8"/>
    <p:sldId xmlns:r="http://schemas.openxmlformats.org/officeDocument/2006/relationships" id="263" r:id="R180f659bbb294d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e6ee8f2e5c4771" /><Relationship Type="http://schemas.openxmlformats.org/officeDocument/2006/relationships/slideMaster" Target="/ppt/slideMasters/slideMaster1.xml" Id="R2fcf97159eec4212" /><Relationship Type="http://schemas.openxmlformats.org/officeDocument/2006/relationships/notesMaster" Target="/ppt/notesMasters/notesMaster1.xml" Id="Rd54a0cad68c042c1" /><Relationship Type="http://schemas.openxmlformats.org/officeDocument/2006/relationships/presProps" Target="/ppt/presProps.xml" Id="Ra88a21ec3a80409d" /><Relationship Type="http://schemas.openxmlformats.org/officeDocument/2006/relationships/tableStyles" Target="/ppt/tableStyles.xml" Id="R322c35c8be3a45c7" /><Relationship Type="http://schemas.openxmlformats.org/officeDocument/2006/relationships/slide" Target="/ppt/slides/slide1.xml" Id="R12368b3a09014af7" /><Relationship Type="http://schemas.openxmlformats.org/officeDocument/2006/relationships/slide" Target="/ppt/slides/slide2.xml" Id="R645baa88dc6443f7" /><Relationship Type="http://schemas.openxmlformats.org/officeDocument/2006/relationships/slide" Target="/ppt/slides/slide3.xml" Id="R03c94d06064b4c98" /><Relationship Type="http://schemas.openxmlformats.org/officeDocument/2006/relationships/slide" Target="/ppt/slides/slide4.xml" Id="Rc8f7bfbc58ff48af" /><Relationship Type="http://schemas.openxmlformats.org/officeDocument/2006/relationships/slide" Target="/ppt/slides/slide5.xml" Id="R1d6676fa5dc94270" /><Relationship Type="http://schemas.openxmlformats.org/officeDocument/2006/relationships/slide" Target="/ppt/slides/slide6.xml" Id="R74c681a754624fd6" /><Relationship Type="http://schemas.openxmlformats.org/officeDocument/2006/relationships/slide" Target="/ppt/slides/slide7.xml" Id="R2d40d57bb95846c8" /><Relationship Type="http://schemas.openxmlformats.org/officeDocument/2006/relationships/slide" Target="/ppt/slides/slide8.xml" Id="R180f659bbb294d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dfa847eafd47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bad734c30c458e" /><Relationship Type="http://schemas.openxmlformats.org/officeDocument/2006/relationships/notesMaster" Target="/ppt/notesMasters/notesMaster1.xml" Id="R63339744968d4f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e2e4808ec54818" /><Relationship Type="http://schemas.openxmlformats.org/officeDocument/2006/relationships/notesMaster" Target="/ppt/notesMasters/notesMaster1.xml" Id="Rdf3d670d048640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cc1d8bd2bd4634" /><Relationship Type="http://schemas.openxmlformats.org/officeDocument/2006/relationships/notesMaster" Target="/ppt/notesMasters/notesMaster1.xml" Id="Rf88e7237d6664e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0e3d8cdb304ee0" /><Relationship Type="http://schemas.openxmlformats.org/officeDocument/2006/relationships/notesMaster" Target="/ppt/notesMasters/notesMaster1.xml" Id="R0350d115050f4b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ad1a5e67174d52" /><Relationship Type="http://schemas.openxmlformats.org/officeDocument/2006/relationships/notesMaster" Target="/ppt/notesMasters/notesMaster1.xml" Id="Rcf98cfe941ac40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0795af5651489e" /><Relationship Type="http://schemas.openxmlformats.org/officeDocument/2006/relationships/notesMaster" Target="/ppt/notesMasters/notesMaster1.xml" Id="Rd2a0200e689249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b65c0d527b4d26" /><Relationship Type="http://schemas.openxmlformats.org/officeDocument/2006/relationships/notesMaster" Target="/ppt/notesMasters/notesMaster1.xml" Id="R6fc3badc24024b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0b129600054914" /><Relationship Type="http://schemas.openxmlformats.org/officeDocument/2006/relationships/notesMaster" Target="/ppt/notesMasters/notesMaster1.xml" Id="R8eb4331658f344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records and effects are fictional. T16 refresh, 27 October 2026. Separate Investigator and Reviewer calls may use the same model. Sources: https://github.com/rachelanneliew/Open-Agent-Hackathon/blob/codex/t14-t16-two-agent-reviewer/dispute-demo/docs/evidence/t16-live-accepted.json ; https://github.com/rachelanneliew/Open-Agent-Hackathon/blob/codex/t14-t16-two-agent-reviewer/docs/competition.md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https://github.com/rachelanneliew/Open-Agent-Hackathon/blob/codex/t14-t16-two-agent-reviewer/context.md ; https://github.com/rachelanneliew/Open-Agent-Hackathon/blob/codex/t14-t16-two-agent-reviewer/dispute-demo/docs/analyst-ui.md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https://github.com/rachelanneliew/Open-Agent-Hackathon/blob/codex/t14-t16-two-agent-reviewer/dispute-demo/docs/workflow.md ; https://github.com/rachelanneliew/Open-Agent-Hackathon/blob/codex/t14-t16-two-agent-reviewer/dispute-demo/docs/reviewer.md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https://github.com/rachelanneliew/Open-Agent-Hackathon/blob/codex/t14-t16-two-agent-reviewer/dispute-demo/docs/evidence/t16-live-accepted.json ; actual UI capture 27 October 2026. No-memory mode for this live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https://github.com/rachelanneliew/Open-Agent-Hackathon/blob/codex/t14-t16-two-agent-reviewer/dispute-demo/docs/evidence/t16-live-refusal.json ; source policy v1. Reviewer objection is conservative and appears inconsistent with first-terminal policy precedence. No success or policy defect is inferred.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https://github.com/rachelanneliew/Open-Agent-Hackathon/blob/codex/t14-t16-two-agent-reviewer/dispute-demo/docs/evidence/t16-isolated-replay.json ; https://github.com/rachelanneliew/Open-Agent-Hackathon/blob/codex/t14-t16-two-agent-reviewer/dispute-demo/tests/test_reliability.py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https://github.com/rachelanneliew/Open-Agent-Hackathon/blob/codex/t14-t16-two-agent-reviewer/dispute-demo/docs/evidence/t16-verification.json ; https://github.com/rachelanneliew/Open-Agent-Hackathon/blob/codex/t14-t16-two-agent-reviewer/dispute-demo/docs/evidence/t16-live-accepted.json ; https://github.com/rachelanneliew/Open-Agent-Hackathon/blob/codex/t14-t16-two-agent-reviewer/dispute-demo/docs/evidence/t10-verified-memory.json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https://github.com/rachelanneliew/Open-Agent-Hackathon/blob/codex/t14-t16-two-agent-reviewer/docs/competition.md ; https://github.com/rachelanneliew/Open-Agent-Hackathon/blob/codex/t14-t16-two-agent-reviewer/docs/submission/README.md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36bbe589c4a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81506b7674e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e597a1a184c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cfced150e448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edb32a95bc4e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9126a154c48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35AFBD-6D75-4349-B5DA-0706D90ABB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A02D76-260A-4A10-A291-60412E17FF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11834C-1075-48D0-BD31-3F071D34A5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CE481A-024B-47C9-B207-45D814334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119C93-7039-40D0-ACA2-B564CD6392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01BABE-753A-4539-ABE1-A04175865C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82456C-4DA4-400A-ACB1-CDA705529E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BD928C-E5C9-41D0-9D19-EAC48A63D3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A23D42-51A7-4B43-8C2C-8F9B14FBD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446185-E223-4C62-9A51-FF5647F8B5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c058630f45473c" /><Relationship Type="http://schemas.openxmlformats.org/officeDocument/2006/relationships/slideLayout" Target="/ppt/slideLayouts/slideLayout1.xml" Id="R580ea0bab8ae4165" /><Relationship Type="http://schemas.openxmlformats.org/officeDocument/2006/relationships/slideLayout" Target="/ppt/slideLayouts/slideLayout2.xml" Id="R03459a33c4f1444a" /><Relationship Type="http://schemas.openxmlformats.org/officeDocument/2006/relationships/slideLayout" Target="/ppt/slideLayouts/slideLayout3.xml" Id="Reee4480b220042b6" /><Relationship Type="http://schemas.openxmlformats.org/officeDocument/2006/relationships/slideLayout" Target="/ppt/slideLayouts/slideLayout4.xml" Id="R2f04d45b114248de" /><Relationship Type="http://schemas.openxmlformats.org/officeDocument/2006/relationships/slideLayout" Target="/ppt/slideLayouts/slideLayout5.xml" Id="Ref34bcf318a84275" /><Relationship Type="http://schemas.openxmlformats.org/officeDocument/2006/relationships/slideLayout" Target="/ppt/slideLayouts/slideLayout6.xml" Id="Rc0af4c672e494f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0ea0bab8ae4165"/>
    <p:sldLayoutId xmlns:r="http://schemas.openxmlformats.org/officeDocument/2006/relationships" id="2147483650" r:id="R03459a33c4f1444a"/>
    <p:sldLayoutId xmlns:r="http://schemas.openxmlformats.org/officeDocument/2006/relationships" id="2147483651" r:id="Reee4480b220042b6"/>
    <p:sldLayoutId xmlns:r="http://schemas.openxmlformats.org/officeDocument/2006/relationships" id="2147483652" r:id="R2f04d45b114248de"/>
    <p:sldLayoutId xmlns:r="http://schemas.openxmlformats.org/officeDocument/2006/relationships" id="2147483653" r:id="Ref34bcf318a84275"/>
    <p:sldLayoutId xmlns:r="http://schemas.openxmlformats.org/officeDocument/2006/relationships" id="2147483654" r:id="Rc0af4c672e494f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d1c4c7d23c4e55" /><Relationship Type="http://schemas.openxmlformats.org/officeDocument/2006/relationships/notesSlide" Target="/ppt/notesSlides/notesSlide1.xml" Id="Re82012c425424c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d66a46627454f" /><Relationship Type="http://schemas.openxmlformats.org/officeDocument/2006/relationships/notesSlide" Target="/ppt/notesSlides/notesSlide2.xml" Id="R274f0903706345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021dbb637c4514" /><Relationship Type="http://schemas.openxmlformats.org/officeDocument/2006/relationships/notesSlide" Target="/ppt/notesSlides/notesSlide3.xml" Id="Rcad519ad422a47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7a5a57b1b04642" /><Relationship Type="http://schemas.openxmlformats.org/officeDocument/2006/relationships/image" Target="/ppt/media/image.jpeg" Id="R7b0195ae9fe24568" /><Relationship Type="http://schemas.openxmlformats.org/officeDocument/2006/relationships/notesSlide" Target="/ppt/notesSlides/notesSlide4.xml" Id="Rbe2fd8e234a240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f906b5e54f4fb5" /><Relationship Type="http://schemas.openxmlformats.org/officeDocument/2006/relationships/image" Target="/ppt/media/image2.jpeg" Id="Rc29dbfd641b549e0" /><Relationship Type="http://schemas.openxmlformats.org/officeDocument/2006/relationships/notesSlide" Target="/ppt/notesSlides/notesSlide5.xml" Id="R6fe0f74d53c24c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e83a92bed4ddc" /><Relationship Type="http://schemas.openxmlformats.org/officeDocument/2006/relationships/notesSlide" Target="/ppt/notesSlides/notesSlide6.xml" Id="Raeff1d533be54c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5d42d273894d36" /><Relationship Type="http://schemas.openxmlformats.org/officeDocument/2006/relationships/notesSlide" Target="/ppt/notesSlides/notesSlide7.xml" Id="Rc5c3a50fb64746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3ebfb08d84ff0" /><Relationship Type="http://schemas.openxmlformats.org/officeDocument/2006/relationships/notesSlide" Target="/ppt/notesSlides/notesSlide8.xml" Id="R074db2129f8c40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ADAB9-EAC0-4BA9-93A0-C6E59F5A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477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rPr>
              <a:t>Synthetic card-dispute</a:t>
            </a:r>
          </a:p>
          <a:p xmlns:a="http://schemas.openxmlformats.org/drawingml/2006/main">
            <a:pPr>
              <a:def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5F7ED"/>
                </a:solidFill>
                <a:latin typeface="Helvetica Neue"/>
                <a:ea typeface="Helvetica Neue"/>
                <a:cs typeface="Helvetica Neue"/>
              </a:rPr>
              <a:t>resolution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CE4CF-7095-4DE6-A73C-433AA1E7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rPr>
              <a:t>Two agents challenge the proposal.</a:t>
            </a:r>
          </a:p>
          <a:p xmlns:a="http://schemas.openxmlformats.org/drawingml/2006/main">
            <a:pPr>
              <a:def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rPr>
              <a:t>Code protects every simulated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8D02F-6DC7-498A-B5BE-4DBC7E1F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8E7CF"/>
                </a:solidFill>
                <a:latin typeface="Helvetica Neue"/>
                <a:ea typeface="Helvetica Neue"/>
                <a:cs typeface="Helvetica Neue"/>
              </a:rPr>
              <a:t>bob the builder  /  Track 3: Reasoning Architecture</a:t>
            </a:r>
          </a:p>
        </p:txBody>
      </p:sp>
    </p:spTree>
    <p:extLst>
      <p:ext uri="{BB962C8B-B14F-4D97-AF65-F5344CB8AC3E}">
        <p14:creationId xmlns:p14="http://schemas.microsoft.com/office/powerpoint/2010/main" val="166663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210B1-5239-4453-A519-5A7A99C3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A case needs more than a plausible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41242-BE81-4203-BA77-586946F6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The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BB39D-69D5-452E-8241-E1246849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A dispute analyst checks evidence, existing refunds and the policy that applied when the case opened.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A9749-DE2D-4C72-969B-DD7E4653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The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F9D95-F89B-4406-9598-BD48BEEA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A plausible proposal can cite the wrong facts, credit too much or repeat an existing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04FE7-0D9D-4445-8785-511061F7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The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B2947-8D64-4DFB-85EF-F1569682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238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The workbench exposes both agents, their feedback and the outcome that actually persisted.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72E0B-20AF-41DC-B7E9-E8AED53A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Four policy outcomes: credit, evidence request, decline or saved human review. All effects are simulated.</a:t>
            </a:r>
          </a:p>
        </p:txBody>
      </p:sp>
    </p:spTree>
    <p:extLst>
      <p:ext uri="{BB962C8B-B14F-4D97-AF65-F5344CB8AC3E}">
        <p14:creationId xmlns:p14="http://schemas.microsoft.com/office/powerpoint/2010/main" val="397660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33702-C8F8-4F6B-85DE-9B8C3362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Two agents inside one bounded workflow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8E775-A523-475F-8799-1C74B35CCCD8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T w="9525">
                      <a:solidFill>
                        <a:srgbClr val="B7C4BA"/>
                      </a:solidFill>
                      <a:prstDash val="solid"/>
                    </a:lnT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193C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Responsibility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T w="9525">
                      <a:solidFill>
                        <a:srgbClr val="B7C4BA"/>
                      </a:solidFill>
                      <a:prstDash val="solid"/>
                    </a:lnT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193C3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Zetaris + policy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Fresh source snapshot and deterministic rule ordering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Investigator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Structured recommendation and source citations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Deterministic critic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 policy, amounts, citations and proposal binding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Independent Reviewer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Nightshift call challenges evidence and omissions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gate + writer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Both accept same proposal; writer rechecks source atomically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45FDA-9F74-45C3-A604-D66CAAFE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One shared correction. Six total model calls and three reads by default. Recovery calls neither agent. Verified H-MEM stays advisory.</a:t>
            </a:r>
          </a:p>
        </p:txBody>
      </p:sp>
    </p:spTree>
    <p:extLst>
      <p:ext uri="{BB962C8B-B14F-4D97-AF65-F5344CB8AC3E}">
        <p14:creationId xmlns:p14="http://schemas.microsoft.com/office/powerpoint/2010/main" val="278450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E2363-025A-435C-BAB1-5F384A17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A real two-agent decision committed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AA3F1-C23F-48F5-9B4E-4E030D1B6F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195ae9fe24568"/>
          <a:stretch xmlns:a="http://schemas.openxmlformats.org/drawingml/2006/main"/>
        </p:blipFill>
        <p:spPr>
          <a:xfrm xmlns:a="http://schemas.openxmlformats.org/drawingml/2006/main">
            <a:off x="609600" y="1633026"/>
            <a:ext cx="4238625" cy="444919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0B887-74A7-4835-A19A-7479AECC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19250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DP-0020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C8CBF-6BD9-40B7-AF0B-4A04C4F7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6000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Investigator: request evidence</a:t>
            </a:r>
          </a:p>
          <a:p xmlns:a="http://schemas.openxmlformats.org/drawingml/2006/main">
            <a: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Critic: accepted</a:t>
            </a:r>
          </a:p>
          <a:p xmlns:a="http://schemas.openxmlformats.org/drawingml/2006/main">
            <a: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Reviewer: accept</a:t>
            </a:r>
          </a:p>
          <a:p xmlns:a="http://schemas.openxmlformats.org/drawingml/2006/main">
            <a: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Persistence: committed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0A570-70A6-4F26-9541-A55485F2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600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Two real Nightshift calls. Missing refund confirmation under policy v2. Zero credit effect.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DADE5-B8A6-4531-BC5D-58C9FA8C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81700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rPr>
              <a:t>The final gate binds both approvals to the same proposal.</a:t>
            </a:r>
          </a:p>
        </p:txBody>
      </p:sp>
    </p:spTree>
    <p:extLst>
      <p:ext uri="{BB962C8B-B14F-4D97-AF65-F5344CB8AC3E}">
        <p14:creationId xmlns:p14="http://schemas.microsoft.com/office/powerpoint/2010/main" val="1150287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7148B-491B-452B-86FC-2D8084A4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A real objection stopped the action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10313-9680-48CC-A8F9-D158C1B9B9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dbfd641b549e0"/>
          <a:stretch xmlns:a="http://schemas.openxmlformats.org/drawingml/2006/main"/>
        </p:blipFill>
        <p:spPr>
          <a:xfrm xmlns:a="http://schemas.openxmlformats.org/drawingml/2006/main">
            <a:off x="609600" y="1633026"/>
            <a:ext cx="4238625" cy="444919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9E4CE-F0E8-49E6-A498-E615C212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19250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DP-0029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4282A-6FC3-436E-BF79-79C4B614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6000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Reviewer requests revision.</a:t>
            </a:r>
          </a:p>
          <a:p xmlns:a="http://schemas.openxmlformats.org/drawingml/2006/main">
            <a: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Investigator revises once.</a:t>
            </a:r>
          </a:p>
          <a:p xmlns:a="http://schemas.openxmlformats.org/drawingml/2006/main">
            <a: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Reviewer objects again.</a:t>
            </a:r>
          </a:p>
          <a:p xmlns:a="http://schemas.openxmlformats.org/drawingml/2006/main">
            <a:pPr>
              <a:def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Controller stops without writing.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1371F-1301-4B80-A13D-F8C7AA11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600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Four real calls. The objection appears overly conservative about the filing-window rule. We preserve the refusal.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72B0E-6DE1-4313-BDB8-83F405A5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19125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rPr>
              <a:t>No new decision, credit or review queue entry.</a:t>
            </a:r>
          </a:p>
        </p:txBody>
      </p:sp>
    </p:spTree>
    <p:extLst>
      <p:ext uri="{BB962C8B-B14F-4D97-AF65-F5344CB8AC3E}">
        <p14:creationId xmlns:p14="http://schemas.microsoft.com/office/powerpoint/2010/main" val="981396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95CA3-15F0-4321-B633-27F41E3E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A reproducible correction handoff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FEF55-B722-4A04-B89D-F794E062289B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8293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DP-0020 rehearsal stage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T w="9525">
                      <a:solidFill>
                        <a:srgbClr val="B7C4BA"/>
                      </a:solidFill>
                      <a:prstDash val="solid"/>
                    </a:lnT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193C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T w="9525">
                      <a:solidFill>
                        <a:srgbClr val="B7C4BA"/>
                      </a:solidFill>
                      <a:prstDash val="solid"/>
                    </a:lnT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193C3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 Investigator + critic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request, accepted deterministic critique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Scripted Reviewer objection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Material omission; one correction token consumed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Revised Investigator + critic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proposal identity, accepted deterministic critique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Reviewer recheck + final gate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 revised proposal, then guarded commit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13ACD-02EC-48F6-9FDB-94A9C1F8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Explicitly scripted models; real isolated PostgreSQL and H-MEM. Two fresh cycles each produced 8 decisions, 4 credits and 1 review.</a:t>
            </a:r>
          </a:p>
        </p:txBody>
      </p:sp>
    </p:spTree>
    <p:extLst>
      <p:ext uri="{BB962C8B-B14F-4D97-AF65-F5344CB8AC3E}">
        <p14:creationId xmlns:p14="http://schemas.microsoft.com/office/powerpoint/2010/main" val="18587759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DFB7B-6748-40C1-A81B-CFB816C5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Working technology, recorded evidence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2857A-365A-4717-B08E-FB58780E91F9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Component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T w="9525">
                      <a:solidFill>
                        <a:srgbClr val="B7C4BA"/>
                      </a:solidFill>
                      <a:prstDash val="solid"/>
                    </a:lnT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193C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Contribution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T w="9525">
                      <a:solidFill>
                        <a:srgbClr val="B7C4BA"/>
                      </a:solidFill>
                      <a:prstDash val="solid"/>
                    </a:lnT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193C3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Zetaris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 JDBC source facts and source-linked prior receipts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Nightshift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Investigator and Reviewer calls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H-MEM reference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Persistent verified summaries; mock embeddings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PostgreSQL + Python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4BA"/>
                      </a:solidFill>
                      <a:prstDash val="solid"/>
                    </a:lnL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C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Protected source recheck, atomic actions and exact recovery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4BA"/>
                      </a:solidFill>
                      <a:prstDash val="solid"/>
                    </a:lnR>
                    <a:lnB w="9525">
                      <a:solidFill>
                        <a:srgbClr val="B7C4BA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CF4C1-084B-4B05-8E37-B826F0C5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298 application tests + 16 reference checks passed with zero skips. Recovery reuses the same saved decision with no model calls.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4E2A0-1CB3-40A1-9E4E-ECAAC0A3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rPr>
              <a:t>Both live roles returned nvidia/nemotron-3.5-bolt-e4b. Metadata, not independent provider attestation.</a:t>
            </a:r>
          </a:p>
        </p:txBody>
      </p:sp>
    </p:spTree>
    <p:extLst>
      <p:ext uri="{BB962C8B-B14F-4D97-AF65-F5344CB8AC3E}">
        <p14:creationId xmlns:p14="http://schemas.microsoft.com/office/powerpoint/2010/main" val="1991868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06243-38BB-4F74-BE39-9A7329F2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Current limits and delivery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1D272-2C09-42BD-A86F-F92B2D5B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Implementation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2A470-0CAD-4810-920D-DFBFDD44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048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Synthetic documents and canonical rationale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One PostgreSQL datasource, no USL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Reviewer can add conservative refusals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Local demo without production authentication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8B6B3-072A-4429-9002-C759890E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Owner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E0D36-CAB1-4FFE-9B7A-BACDC745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953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Leader must verify the actual submission 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Playable video hosting and portal preview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Contributor rights and earlier-work declaration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3C35"/>
                </a:solidFill>
                <a:latin typeface="Helvetica Neue"/>
                <a:ea typeface="Helvetica Neue"/>
                <a:cs typeface="Helvetica Neue"/>
              </a:rPr>
              <a:t>Final submission receipt remains unverified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76EC6-ECEA-47B0-937F-56E71181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4635B"/>
                </a:solidFill>
                <a:latin typeface="Helvetica Neue"/>
                <a:ea typeface="Helvetica Neue"/>
                <a:cs typeface="Helvetica Neue"/>
              </a:rPr>
              <a:t>Distinct live roles are demonstrated. Organizer acceptance and exact-reference endorsement remain unclaimed.</a:t>
            </a:r>
          </a:p>
        </p:txBody>
      </p:sp>
    </p:spTree>
    <p:extLst>
      <p:ext uri="{BB962C8B-B14F-4D97-AF65-F5344CB8AC3E}">
        <p14:creationId xmlns:p14="http://schemas.microsoft.com/office/powerpoint/2010/main" val="866664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2026-10-27T10:23:20.5320000Z</dcterms:created>
  <dcterms:modified xsi:type="dcterms:W3CDTF">2026-10-27T10:23:20.5330000Z</dcterms:modified>
</coreProperties>
</file>